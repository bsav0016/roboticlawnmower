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89963-737B-3F22-8093-DDC6477AA4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8C775B-D366-5E85-93B0-E2D8F292BC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6D6DD-CAFF-02AD-0912-110A68A2C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C69C4-F06F-4213-ACB7-0D6F829DE900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04950-1140-9FD8-F04E-322FAC25D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11359-A0B3-D611-A6DA-BA7F51B53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4E6BA-1201-40AE-BEE2-6F08EFA45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945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E2505-A7F7-9C30-C900-35497D122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03F72-F12D-567A-8119-F035D7AA7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5AD4E-F802-D1CE-D1FF-7AC3BCF9F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C69C4-F06F-4213-ACB7-0D6F829DE900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A320A-E75C-5CAD-CBF1-0C91185AD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7B552-0690-2C5B-14C7-51B861894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4E6BA-1201-40AE-BEE2-6F08EFA45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766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F27FC-8007-D0F2-6E9C-06EC97876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C3D7B-C628-D375-356D-1394C333F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2967D4-FDD9-B3F5-4E17-5E4574C91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C69C4-F06F-4213-ACB7-0D6F829DE900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4180C8-C6E1-20DD-6CC9-43E1E2748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5F27A-AD41-4004-CDBC-D48611D1D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4E6BA-1201-40AE-BEE2-6F08EFA45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949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DDA4F-CC9D-1607-640A-8C0124B5D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EE334-649D-31FE-34AC-E2BF2109A1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1DED1D-0627-28CF-35F2-F0FB8F63EA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A2CEF2-A5F8-EE4F-3012-DE028EB44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C69C4-F06F-4213-ACB7-0D6F829DE900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1D9DD6-7182-DF32-E818-3EF75D63A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A74FEC-D073-DE68-1705-2491940EC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4E6BA-1201-40AE-BEE2-6F08EFA45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21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5A8C3-0EAB-1A99-19BC-4880C2802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E7D511-19E0-74E0-F213-A4E81DACE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4E5B61-53FF-2F63-248E-ECE76E208F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99BAF0-E6ED-DE75-FF08-64240C62E7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4C067B-EB52-726A-D4B6-8C1DB2CA90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5C8513-31D3-2C3F-235B-710D3B9FE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C69C4-F06F-4213-ACB7-0D6F829DE900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1F71F6-DECD-9623-1BB5-0B7885037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FF958E-D38B-BCF4-9F63-F6A9F5A2D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4E6BA-1201-40AE-BEE2-6F08EFA45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528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181DD-E6C8-A283-D330-937BE8585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C7634B-435A-95B5-199F-B396A65AF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C69C4-F06F-4213-ACB7-0D6F829DE900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96638A-D617-E482-1B65-F2124297C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1A0683-25B8-99B2-DDAD-D1458D101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4E6BA-1201-40AE-BEE2-6F08EFA45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346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9DCB08-8287-03BE-3643-98EB5F3EB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C69C4-F06F-4213-ACB7-0D6F829DE900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1762DF-E97F-85CF-CBFC-A0DBD6478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75A263-65ED-9D98-FC46-E3C341796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4E6BA-1201-40AE-BEE2-6F08EFA45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015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9DE21-7BEF-54CA-BED7-2B045E8A3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07CA3-4EB3-3289-F6A5-E5A197D9E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7AEAC1-4AAB-2B09-0E81-54EFB6B4B6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DFE085-F685-451E-FB2E-7E2353FAB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C69C4-F06F-4213-ACB7-0D6F829DE900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E08C1B-D034-100F-4FF5-EAC709ECC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70B45C-B6AE-9AFD-EB5A-BF720067B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4E6BA-1201-40AE-BEE2-6F08EFA45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258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14D24-118C-D933-32E2-D9B800AE3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6E1AD3-8DA3-8E80-D9EF-7BCC8B1D59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EBE7D4-BEF6-96C8-A75C-ADADD5464A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08131A-43AC-71E2-7E02-F2817F21A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C69C4-F06F-4213-ACB7-0D6F829DE900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9683A-D18E-D68C-1E9C-F0A2B7F7E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4FCB64-1176-9DE9-8E1B-3C0142E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4E6BA-1201-40AE-BEE2-6F08EFA45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208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FBECE-D85E-176B-0186-3C9A2EFA1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F68C28-57C7-2ECB-2375-C9862D5E0A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BE87A8-4180-6C0D-03F2-69A7D012D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C69C4-F06F-4213-ACB7-0D6F829DE900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B7531-D4AD-4A36-E6F6-52A3191A2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4D247-C5AE-E216-565E-AE7D98231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4E6BA-1201-40AE-BEE2-6F08EFA45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758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2023A8-DDA0-AAC3-39B2-9C9E080512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8F7DFC-BCBC-AE79-4F29-93A3F3E90D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16474-2E72-C7D0-FCCA-86BDE484A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C69C4-F06F-4213-ACB7-0D6F829DE900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590C1-C577-A495-02FC-D102A14F9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E7D4F-A771-34BF-A3D4-DD8AC85BB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4E6BA-1201-40AE-BEE2-6F08EFA45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48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D68354-9F2E-8286-D8AC-F3E74D87E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501A51-D624-AA71-9FCA-971DACA294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C98B3-3BE1-6C27-2325-BB11032D38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1C69C4-F06F-4213-ACB7-0D6F829DE900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516BC-15A7-03CA-A2E6-E6A86CFEF4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185E5-1046-632E-BE5E-A82F7BDEF1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64E6BA-1201-40AE-BEE2-6F08EFA45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704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3678332-11CE-8DC3-1BF1-5E5D1A0B19E6}"/>
              </a:ext>
            </a:extLst>
          </p:cNvPr>
          <p:cNvSpPr/>
          <p:nvPr/>
        </p:nvSpPr>
        <p:spPr>
          <a:xfrm>
            <a:off x="804672" y="2322576"/>
            <a:ext cx="1472184" cy="18562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LiPo Battery (7.4V out, 2S)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84295B-DF8C-E5A0-E589-62D0BF2CD3CD}"/>
              </a:ext>
            </a:extLst>
          </p:cNvPr>
          <p:cNvSpPr/>
          <p:nvPr/>
        </p:nvSpPr>
        <p:spPr>
          <a:xfrm>
            <a:off x="8125968" y="920496"/>
            <a:ext cx="1472184" cy="18562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Raspberry Pi 4 (5V in, 5V out)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85FC6C-78C3-DADD-CE23-8C2537EB72FB}"/>
              </a:ext>
            </a:extLst>
          </p:cNvPr>
          <p:cNvSpPr/>
          <p:nvPr/>
        </p:nvSpPr>
        <p:spPr>
          <a:xfrm>
            <a:off x="4303776" y="920496"/>
            <a:ext cx="1472184" cy="18562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Buck converter (7.4V in, 5V out)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2B60F2-BAE6-4C2D-CDA7-BE55B413A3DC}"/>
              </a:ext>
            </a:extLst>
          </p:cNvPr>
          <p:cNvSpPr/>
          <p:nvPr/>
        </p:nvSpPr>
        <p:spPr>
          <a:xfrm>
            <a:off x="4303776" y="3880104"/>
            <a:ext cx="1472184" cy="18562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Motor controller (7.4V in, 7.4V out)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443185-3317-66F7-A016-1A6C445A41F9}"/>
              </a:ext>
            </a:extLst>
          </p:cNvPr>
          <p:cNvSpPr/>
          <p:nvPr/>
        </p:nvSpPr>
        <p:spPr>
          <a:xfrm>
            <a:off x="8125968" y="3624072"/>
            <a:ext cx="1472184" cy="12496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Motor  A (7.4V in)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4ABA4A-DDF2-D235-23FE-677B312E35A9}"/>
              </a:ext>
            </a:extLst>
          </p:cNvPr>
          <p:cNvSpPr/>
          <p:nvPr/>
        </p:nvSpPr>
        <p:spPr>
          <a:xfrm>
            <a:off x="8125968" y="5239512"/>
            <a:ext cx="1472184" cy="12496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Motor  B (7.4V in)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0F1B4E9-EF26-0ADB-AB91-55AEA49B5C67}"/>
              </a:ext>
            </a:extLst>
          </p:cNvPr>
          <p:cNvCxnSpPr>
            <a:cxnSpLocks/>
          </p:cNvCxnSpPr>
          <p:nvPr/>
        </p:nvCxnSpPr>
        <p:spPr>
          <a:xfrm>
            <a:off x="2276856" y="3063240"/>
            <a:ext cx="113385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D574C5F-075F-0F56-EC8D-7AD0E736F869}"/>
              </a:ext>
            </a:extLst>
          </p:cNvPr>
          <p:cNvCxnSpPr>
            <a:cxnSpLocks/>
          </p:cNvCxnSpPr>
          <p:nvPr/>
        </p:nvCxnSpPr>
        <p:spPr>
          <a:xfrm flipV="1">
            <a:off x="3410712" y="2103120"/>
            <a:ext cx="893064" cy="96012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9714CF6-E984-C37C-B558-B146E6EA9378}"/>
              </a:ext>
            </a:extLst>
          </p:cNvPr>
          <p:cNvCxnSpPr>
            <a:cxnSpLocks/>
          </p:cNvCxnSpPr>
          <p:nvPr/>
        </p:nvCxnSpPr>
        <p:spPr>
          <a:xfrm>
            <a:off x="3410712" y="3063240"/>
            <a:ext cx="893064" cy="155448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70F3DEB-EBAC-41AC-9601-EC74719840A7}"/>
              </a:ext>
            </a:extLst>
          </p:cNvPr>
          <p:cNvCxnSpPr>
            <a:cxnSpLocks/>
          </p:cNvCxnSpPr>
          <p:nvPr/>
        </p:nvCxnSpPr>
        <p:spPr>
          <a:xfrm>
            <a:off x="5775960" y="1545336"/>
            <a:ext cx="235000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5374C6B-988C-07BA-0BEF-D5FB4C2DF9BF}"/>
              </a:ext>
            </a:extLst>
          </p:cNvPr>
          <p:cNvCxnSpPr>
            <a:cxnSpLocks/>
          </p:cNvCxnSpPr>
          <p:nvPr/>
        </p:nvCxnSpPr>
        <p:spPr>
          <a:xfrm>
            <a:off x="5775960" y="4178808"/>
            <a:ext cx="235000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BD323FE-F41D-9258-BDD7-7FAA4984825B}"/>
              </a:ext>
            </a:extLst>
          </p:cNvPr>
          <p:cNvCxnSpPr>
            <a:cxnSpLocks/>
          </p:cNvCxnSpPr>
          <p:nvPr/>
        </p:nvCxnSpPr>
        <p:spPr>
          <a:xfrm>
            <a:off x="5775960" y="5401056"/>
            <a:ext cx="235000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6413E72-E663-AE4A-201B-A8E9257EE73A}"/>
              </a:ext>
            </a:extLst>
          </p:cNvPr>
          <p:cNvCxnSpPr>
            <a:cxnSpLocks/>
          </p:cNvCxnSpPr>
          <p:nvPr/>
        </p:nvCxnSpPr>
        <p:spPr>
          <a:xfrm flipV="1">
            <a:off x="4809744" y="2322576"/>
            <a:ext cx="4052316" cy="157886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00E8033-FDC6-3D11-2FCD-B446836E8253}"/>
              </a:ext>
            </a:extLst>
          </p:cNvPr>
          <p:cNvCxnSpPr>
            <a:cxnSpLocks/>
          </p:cNvCxnSpPr>
          <p:nvPr/>
        </p:nvCxnSpPr>
        <p:spPr>
          <a:xfrm>
            <a:off x="2276856" y="3250692"/>
            <a:ext cx="113385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DB9373F-C6C0-9E1C-8064-4A8515E44071}"/>
              </a:ext>
            </a:extLst>
          </p:cNvPr>
          <p:cNvCxnSpPr>
            <a:cxnSpLocks/>
          </p:cNvCxnSpPr>
          <p:nvPr/>
        </p:nvCxnSpPr>
        <p:spPr>
          <a:xfrm flipV="1">
            <a:off x="3410712" y="2322576"/>
            <a:ext cx="893064" cy="92811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0CA6BC6-0C5C-F304-FCCA-747D5E8E290A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3410712" y="3250691"/>
            <a:ext cx="893064" cy="155752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D597D4F-8A41-BDC3-172C-9C846D45D9BE}"/>
              </a:ext>
            </a:extLst>
          </p:cNvPr>
          <p:cNvCxnSpPr>
            <a:cxnSpLocks/>
          </p:cNvCxnSpPr>
          <p:nvPr/>
        </p:nvCxnSpPr>
        <p:spPr>
          <a:xfrm flipV="1">
            <a:off x="5775960" y="1706881"/>
            <a:ext cx="2350008" cy="1676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C826CEF-F6FA-4EFC-A327-FE19A30A21C5}"/>
              </a:ext>
            </a:extLst>
          </p:cNvPr>
          <p:cNvCxnSpPr>
            <a:cxnSpLocks/>
          </p:cNvCxnSpPr>
          <p:nvPr/>
        </p:nvCxnSpPr>
        <p:spPr>
          <a:xfrm>
            <a:off x="5775960" y="4375405"/>
            <a:ext cx="235000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3424A81-37DA-04FE-678A-47674FB29085}"/>
              </a:ext>
            </a:extLst>
          </p:cNvPr>
          <p:cNvCxnSpPr>
            <a:cxnSpLocks/>
          </p:cNvCxnSpPr>
          <p:nvPr/>
        </p:nvCxnSpPr>
        <p:spPr>
          <a:xfrm>
            <a:off x="5775960" y="5588509"/>
            <a:ext cx="235000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A8B45A0-A092-B7F7-063D-AD3CE7FFD12D}"/>
              </a:ext>
            </a:extLst>
          </p:cNvPr>
          <p:cNvSpPr txBox="1"/>
          <p:nvPr/>
        </p:nvSpPr>
        <p:spPr>
          <a:xfrm>
            <a:off x="2593848" y="2374921"/>
            <a:ext cx="13304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Tamiya Y Splitter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4B22733-6388-0F1F-EFCC-DD1EFE33AEBC}"/>
              </a:ext>
            </a:extLst>
          </p:cNvPr>
          <p:cNvSpPr txBox="1"/>
          <p:nvPr/>
        </p:nvSpPr>
        <p:spPr>
          <a:xfrm>
            <a:off x="6250681" y="4366261"/>
            <a:ext cx="1330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16 AWG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CE19F22-D25D-974A-6D74-8A5F29D1021C}"/>
              </a:ext>
            </a:extLst>
          </p:cNvPr>
          <p:cNvSpPr txBox="1"/>
          <p:nvPr/>
        </p:nvSpPr>
        <p:spPr>
          <a:xfrm>
            <a:off x="6250680" y="5562601"/>
            <a:ext cx="1330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16 AWG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2A55850-AD65-6CAF-494E-7D90A2751981}"/>
              </a:ext>
            </a:extLst>
          </p:cNvPr>
          <p:cNvSpPr txBox="1"/>
          <p:nvPr/>
        </p:nvSpPr>
        <p:spPr>
          <a:xfrm>
            <a:off x="6155427" y="901977"/>
            <a:ext cx="13304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USB-C Pigtail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8E4CFDE-D730-4E69-AC81-11A45D0EC741}"/>
              </a:ext>
            </a:extLst>
          </p:cNvPr>
          <p:cNvSpPr txBox="1"/>
          <p:nvPr/>
        </p:nvSpPr>
        <p:spPr>
          <a:xfrm>
            <a:off x="2973315" y="4399263"/>
            <a:ext cx="1330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16 AWG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5730318-E025-8DB3-D897-D323874609E6}"/>
              </a:ext>
            </a:extLst>
          </p:cNvPr>
          <p:cNvSpPr txBox="1"/>
          <p:nvPr/>
        </p:nvSpPr>
        <p:spPr>
          <a:xfrm>
            <a:off x="3032751" y="1878829"/>
            <a:ext cx="1330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16 AWG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71F42CB-CA5A-3D87-5724-636900068CE7}"/>
              </a:ext>
            </a:extLst>
          </p:cNvPr>
          <p:cNvSpPr/>
          <p:nvPr/>
        </p:nvSpPr>
        <p:spPr>
          <a:xfrm>
            <a:off x="10238232" y="598932"/>
            <a:ext cx="1472184" cy="12496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GPS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(5V in)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20A3311-4A31-E54C-EC47-6E0C397BDDB4}"/>
              </a:ext>
            </a:extLst>
          </p:cNvPr>
          <p:cNvSpPr/>
          <p:nvPr/>
        </p:nvSpPr>
        <p:spPr>
          <a:xfrm>
            <a:off x="10238232" y="2322576"/>
            <a:ext cx="1472184" cy="12496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Compass/ IMU/Gyro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(5V)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5E7BBD81-02F4-8AF7-532E-4949164AF6CD}"/>
              </a:ext>
            </a:extLst>
          </p:cNvPr>
          <p:cNvCxnSpPr>
            <a:cxnSpLocks/>
          </p:cNvCxnSpPr>
          <p:nvPr/>
        </p:nvCxnSpPr>
        <p:spPr>
          <a:xfrm flipV="1">
            <a:off x="8862060" y="1505712"/>
            <a:ext cx="1376172" cy="83134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526C907-7BE7-1755-5C0C-2C7DB802EF02}"/>
              </a:ext>
            </a:extLst>
          </p:cNvPr>
          <p:cNvCxnSpPr>
            <a:cxnSpLocks/>
          </p:cNvCxnSpPr>
          <p:nvPr/>
        </p:nvCxnSpPr>
        <p:spPr>
          <a:xfrm>
            <a:off x="8862060" y="2322576"/>
            <a:ext cx="1371981" cy="48615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AF1676A0-9034-6C16-48D6-B0F16AF74330}"/>
              </a:ext>
            </a:extLst>
          </p:cNvPr>
          <p:cNvCxnSpPr>
            <a:cxnSpLocks/>
          </p:cNvCxnSpPr>
          <p:nvPr/>
        </p:nvCxnSpPr>
        <p:spPr>
          <a:xfrm flipV="1">
            <a:off x="8862060" y="1723645"/>
            <a:ext cx="1376172" cy="81533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F56D14F7-6457-4FE4-7E17-3A8448B33D77}"/>
              </a:ext>
            </a:extLst>
          </p:cNvPr>
          <p:cNvCxnSpPr>
            <a:cxnSpLocks/>
          </p:cNvCxnSpPr>
          <p:nvPr/>
        </p:nvCxnSpPr>
        <p:spPr>
          <a:xfrm>
            <a:off x="8910066" y="2538984"/>
            <a:ext cx="1323975" cy="52425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6BE7B178-05D4-2B52-E700-2D48715007A2}"/>
              </a:ext>
            </a:extLst>
          </p:cNvPr>
          <p:cNvSpPr txBox="1"/>
          <p:nvPr/>
        </p:nvSpPr>
        <p:spPr>
          <a:xfrm>
            <a:off x="9003783" y="2164319"/>
            <a:ext cx="1330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Jumper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9CEFB9-3CEF-7264-B3E5-CBEA7CF0FB87}"/>
              </a:ext>
            </a:extLst>
          </p:cNvPr>
          <p:cNvSpPr txBox="1"/>
          <p:nvPr/>
        </p:nvSpPr>
        <p:spPr>
          <a:xfrm>
            <a:off x="6250679" y="3244334"/>
            <a:ext cx="1330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Jumper</a:t>
            </a:r>
          </a:p>
        </p:txBody>
      </p:sp>
    </p:spTree>
    <p:extLst>
      <p:ext uri="{BB962C8B-B14F-4D97-AF65-F5344CB8AC3E}">
        <p14:creationId xmlns:p14="http://schemas.microsoft.com/office/powerpoint/2010/main" val="1561936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1C2F8-5DCE-CE9F-7EA2-854B4DABB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624D25D-70F2-FC8A-4642-BA2100FF5D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157" y="585019"/>
            <a:ext cx="3552306" cy="5687961"/>
          </a:xfrm>
          <a:prstGeom prst="rect">
            <a:avLst/>
          </a:prstGeom>
        </p:spPr>
      </p:pic>
      <p:pic>
        <p:nvPicPr>
          <p:cNvPr id="1026" name="Picture 2" descr="In-Depth: Interface L298N DC Motor Driver Module with Arduino">
            <a:extLst>
              <a:ext uri="{FF2B5EF4-FFF2-40B4-BE49-F238E27FC236}">
                <a16:creationId xmlns:a16="http://schemas.microsoft.com/office/drawing/2014/main" id="{A667B4B1-F230-DA1E-E911-E558BCC4E3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72" r="12150" b="20476"/>
          <a:stretch>
            <a:fillRect/>
          </a:stretch>
        </p:blipFill>
        <p:spPr bwMode="auto">
          <a:xfrm rot="5400000">
            <a:off x="7607060" y="4007105"/>
            <a:ext cx="2306431" cy="23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1ED96A8-CA40-3B79-417B-21FF55189C21}"/>
              </a:ext>
            </a:extLst>
          </p:cNvPr>
          <p:cNvSpPr txBox="1"/>
          <p:nvPr/>
        </p:nvSpPr>
        <p:spPr>
          <a:xfrm>
            <a:off x="10238103" y="4404229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L298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894D3E-5311-9A59-902B-D96AB763306F}"/>
              </a:ext>
            </a:extLst>
          </p:cNvPr>
          <p:cNvSpPr txBox="1"/>
          <p:nvPr/>
        </p:nvSpPr>
        <p:spPr>
          <a:xfrm>
            <a:off x="2077014" y="215687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Pi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70239DE-A844-6FB3-2268-835E2977990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757" r="45301" b="25208"/>
          <a:stretch>
            <a:fillRect/>
          </a:stretch>
        </p:blipFill>
        <p:spPr>
          <a:xfrm rot="5400000">
            <a:off x="7828504" y="1793879"/>
            <a:ext cx="1863540" cy="252829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B945ACA-7110-9B9E-510D-4BCDF7961620}"/>
              </a:ext>
            </a:extLst>
          </p:cNvPr>
          <p:cNvSpPr txBox="1"/>
          <p:nvPr/>
        </p:nvSpPr>
        <p:spPr>
          <a:xfrm>
            <a:off x="9986073" y="2320085"/>
            <a:ext cx="1433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GY-NEO6MV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456CCC5-B511-C935-39C6-391B37BFE1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8565" y="84890"/>
            <a:ext cx="2098967" cy="208488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89F0A2E-FDE2-50F9-068B-19F8F34F594F}"/>
              </a:ext>
            </a:extLst>
          </p:cNvPr>
          <p:cNvSpPr txBox="1"/>
          <p:nvPr/>
        </p:nvSpPr>
        <p:spPr>
          <a:xfrm>
            <a:off x="9623191" y="235941"/>
            <a:ext cx="1229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MPU-9250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33EF271-4A04-E511-C46B-B821B19A0338}"/>
              </a:ext>
            </a:extLst>
          </p:cNvPr>
          <p:cNvCxnSpPr>
            <a:cxnSpLocks/>
          </p:cNvCxnSpPr>
          <p:nvPr/>
        </p:nvCxnSpPr>
        <p:spPr>
          <a:xfrm>
            <a:off x="2449232" y="1554954"/>
            <a:ext cx="5387078" cy="3779046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AF16822-C010-767D-B215-1878B40B313F}"/>
              </a:ext>
            </a:extLst>
          </p:cNvPr>
          <p:cNvCxnSpPr>
            <a:cxnSpLocks/>
          </p:cNvCxnSpPr>
          <p:nvPr/>
        </p:nvCxnSpPr>
        <p:spPr>
          <a:xfrm>
            <a:off x="2263123" y="1599852"/>
            <a:ext cx="5606673" cy="3874652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85B61D2-7BA0-5E6A-11DC-1DBB9A82FDF4}"/>
              </a:ext>
            </a:extLst>
          </p:cNvPr>
          <p:cNvCxnSpPr>
            <a:cxnSpLocks/>
          </p:cNvCxnSpPr>
          <p:nvPr/>
        </p:nvCxnSpPr>
        <p:spPr>
          <a:xfrm>
            <a:off x="2263123" y="1796406"/>
            <a:ext cx="5606673" cy="3791594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D7A6F1F-EC1D-F430-B5A4-665B664C6AA3}"/>
              </a:ext>
            </a:extLst>
          </p:cNvPr>
          <p:cNvCxnSpPr>
            <a:cxnSpLocks/>
          </p:cNvCxnSpPr>
          <p:nvPr/>
        </p:nvCxnSpPr>
        <p:spPr>
          <a:xfrm>
            <a:off x="2263123" y="4034693"/>
            <a:ext cx="5606673" cy="79130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DB4E470-6317-2C2F-36BA-1B2589AB77B5}"/>
              </a:ext>
            </a:extLst>
          </p:cNvPr>
          <p:cNvCxnSpPr>
            <a:cxnSpLocks/>
          </p:cNvCxnSpPr>
          <p:nvPr/>
        </p:nvCxnSpPr>
        <p:spPr>
          <a:xfrm>
            <a:off x="2263123" y="3511296"/>
            <a:ext cx="5606673" cy="2452624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BB8B033-5DB2-0C1B-9C8D-54F4CBAA5148}"/>
              </a:ext>
            </a:extLst>
          </p:cNvPr>
          <p:cNvCxnSpPr>
            <a:cxnSpLocks/>
          </p:cNvCxnSpPr>
          <p:nvPr/>
        </p:nvCxnSpPr>
        <p:spPr>
          <a:xfrm>
            <a:off x="2263123" y="3333750"/>
            <a:ext cx="5573187" cy="2510086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ACD8BAA-8BF1-F1EF-0E9D-C0E04AA39237}"/>
              </a:ext>
            </a:extLst>
          </p:cNvPr>
          <p:cNvCxnSpPr>
            <a:cxnSpLocks/>
          </p:cNvCxnSpPr>
          <p:nvPr/>
        </p:nvCxnSpPr>
        <p:spPr>
          <a:xfrm>
            <a:off x="2263123" y="3172574"/>
            <a:ext cx="5573187" cy="2530758"/>
          </a:xfrm>
          <a:prstGeom prst="line">
            <a:avLst/>
          </a:prstGeom>
          <a:ln w="2857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5D9C90FE-1C5E-29D6-28BE-19A5B68CCECA}"/>
              </a:ext>
            </a:extLst>
          </p:cNvPr>
          <p:cNvCxnSpPr>
            <a:cxnSpLocks/>
          </p:cNvCxnSpPr>
          <p:nvPr/>
        </p:nvCxnSpPr>
        <p:spPr>
          <a:xfrm flipV="1">
            <a:off x="2263123" y="275959"/>
            <a:ext cx="6251612" cy="47023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AE009F56-1936-A5C3-3C19-09F9D33F0E0F}"/>
              </a:ext>
            </a:extLst>
          </p:cNvPr>
          <p:cNvCxnSpPr>
            <a:cxnSpLocks/>
          </p:cNvCxnSpPr>
          <p:nvPr/>
        </p:nvCxnSpPr>
        <p:spPr>
          <a:xfrm flipV="1">
            <a:off x="2263123" y="870455"/>
            <a:ext cx="6251612" cy="50808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E29B95E2-8C86-8DBD-D125-E1A28F1AA351}"/>
              </a:ext>
            </a:extLst>
          </p:cNvPr>
          <p:cNvCxnSpPr>
            <a:cxnSpLocks/>
          </p:cNvCxnSpPr>
          <p:nvPr/>
        </p:nvCxnSpPr>
        <p:spPr>
          <a:xfrm flipV="1">
            <a:off x="2263123" y="675690"/>
            <a:ext cx="6251612" cy="417458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64725A38-395A-9666-628F-23DF418F8871}"/>
              </a:ext>
            </a:extLst>
          </p:cNvPr>
          <p:cNvCxnSpPr>
            <a:cxnSpLocks/>
          </p:cNvCxnSpPr>
          <p:nvPr/>
        </p:nvCxnSpPr>
        <p:spPr>
          <a:xfrm flipV="1">
            <a:off x="2473426" y="469687"/>
            <a:ext cx="6117270" cy="566101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6A2B8F7E-8A0B-482D-3F9B-088B0A02B970}"/>
              </a:ext>
            </a:extLst>
          </p:cNvPr>
          <p:cNvCxnSpPr>
            <a:cxnSpLocks/>
          </p:cNvCxnSpPr>
          <p:nvPr/>
        </p:nvCxnSpPr>
        <p:spPr>
          <a:xfrm>
            <a:off x="2473426" y="857317"/>
            <a:ext cx="5421180" cy="238183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847D59DB-427D-02B8-5481-688B3130A515}"/>
              </a:ext>
            </a:extLst>
          </p:cNvPr>
          <p:cNvCxnSpPr>
            <a:cxnSpLocks/>
          </p:cNvCxnSpPr>
          <p:nvPr/>
        </p:nvCxnSpPr>
        <p:spPr>
          <a:xfrm>
            <a:off x="2473426" y="1195863"/>
            <a:ext cx="5421180" cy="1896335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DF60A233-4B1B-E174-443A-623796BEA01C}"/>
              </a:ext>
            </a:extLst>
          </p:cNvPr>
          <p:cNvCxnSpPr>
            <a:cxnSpLocks/>
          </p:cNvCxnSpPr>
          <p:nvPr/>
        </p:nvCxnSpPr>
        <p:spPr>
          <a:xfrm>
            <a:off x="2504186" y="1375638"/>
            <a:ext cx="5390420" cy="1544543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C75C8FCB-F4A7-D4DF-737B-E1A307ED66D5}"/>
              </a:ext>
            </a:extLst>
          </p:cNvPr>
          <p:cNvCxnSpPr>
            <a:cxnSpLocks/>
          </p:cNvCxnSpPr>
          <p:nvPr/>
        </p:nvCxnSpPr>
        <p:spPr>
          <a:xfrm>
            <a:off x="2263123" y="1414450"/>
            <a:ext cx="5631483" cy="1373111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7333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2581</TotalTime>
  <Words>80</Words>
  <Application>Microsoft Office PowerPoint</Application>
  <PresentationFormat>Widescreen</PresentationFormat>
  <Paragraphs>22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Brian Savidge</dc:creator>
  <cp:lastModifiedBy>Brian Savidge</cp:lastModifiedBy>
  <cp:revision>4</cp:revision>
  <dcterms:created xsi:type="dcterms:W3CDTF">2025-05-13T03:26:20Z</dcterms:created>
  <dcterms:modified xsi:type="dcterms:W3CDTF">2026-03-24T03:32:23Z</dcterms:modified>
</cp:coreProperties>
</file>